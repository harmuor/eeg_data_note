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67"/>
    <p:restoredTop sz="94676"/>
  </p:normalViewPr>
  <p:slideViewPr>
    <p:cSldViewPr snapToGrid="0">
      <p:cViewPr varScale="1">
        <p:scale>
          <a:sx n="99" d="100"/>
          <a:sy n="99" d="100"/>
        </p:scale>
        <p:origin x="19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2321E-B958-AE91-5CFE-1CE15EFC7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13D62C-87F9-2EBC-0860-FBCE75158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F4E98B-F74B-34A8-5311-8758D6B4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AB3D0-7392-5EA7-A3F5-23D362538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9DDC2-4386-A44C-2C84-BCC61E2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9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325BA-609D-189A-DDFC-310A11FD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1293D-C150-1241-8373-48032C5A6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1DA92-DBAD-834C-97E7-E3922E3B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3368B-6C87-B0CE-459A-628AC5821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616D5-5CF3-CC0B-0533-1F6B26F4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7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A4EDE-F857-E9F8-3670-BA4338FB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1099F2-C56B-A9DE-B4B0-6E3824F26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42506-64D0-C9E3-201C-368EB6AE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D13D6-CB3D-7725-07E6-E7B8FFAB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A29FAF-F373-E05B-1AE1-FA14D01E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2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648C1-5623-BD58-BD4B-C1F5B4AA4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69B88-89C9-3D2B-6593-D561C8086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7E0470-E15C-0763-7363-9A69B195D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576B7B-C542-33D3-B5AA-0249AFE4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0B3EDD-EFF1-B3E9-E779-9293C3AB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B5CC41-496C-703C-41F6-7485E73D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9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23A97-2781-6D6B-4400-80BA0961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3B494F-E5D6-1E03-9583-B21C49A7D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17A058-3289-B0A9-13E3-79C22940A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CA8799-DF52-079C-B8F9-7809096D5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30FB62-1A1D-ADE9-BACA-F1902ED2F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137AE9-AFBB-EBBD-AF34-AB7B8B5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C1E05B-688D-6890-B446-F2B8AF57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206BC6-4524-4895-789B-357392D0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7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A91C6-7722-215F-0C97-F77B20FED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9B02E2-05E4-F0B2-0B0A-D74B7C7D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E13458-7FEE-83D0-DDEF-91D5EEA0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C69FC5-BE5F-CAF8-4696-795AEE97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8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1C72B2-F5C7-76FD-2F5F-6FC0A305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6AEC27-0FFD-ABFE-4219-81729678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709806-CE88-C1FF-5A3C-81993AD7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0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23BE1-E1C2-6E43-FDAC-01C2DE79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844C4-E9E9-D2EA-27E7-B6BFD5FD7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7B61EB-4B57-34DB-5DFC-8A97D9DE1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F1171F-6BB6-78CD-FFB5-24C57C6C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F0C9AA-57C0-5128-C320-4ED82D1E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B5F39F-6B35-07EC-3730-34D330EB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3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9BB08-5762-BCBA-DEAD-A56A9298E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2AE3A8-87CA-F9F8-DF01-6286D30C9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1EFE3B-CF88-C2A0-EEDA-0B0EEAE0D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889CC0-145B-C6D6-9CFD-BE2F409C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9F9661-143F-AF53-0A2F-F9EA5313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AAACBA-FD58-8554-6430-EF714264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1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99EEC-4C59-C969-1F80-442E6BE0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34B6A5-DC85-1240-C2B0-7779A8A5F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6BEEFC-E29A-49FE-E754-BD7C2FFD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019CA6-1AFB-918D-9865-BEA82CF2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5008A-41FF-12F1-FAC4-98DB10F2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3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E1C894-BC4F-815F-DD31-A37E6A78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23849A-ACA3-50BA-6D99-C062492CA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0379E-9A6B-2E64-F715-437C74B4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03CBFA-DF17-C8EA-8E1F-20C25294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6AA64-1F44-D26B-5B15-29C255AE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1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0C1D29-409A-D4EE-98C7-042ED585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D699AF-8952-4F84-8136-AE5B2C1D2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E2CD3-59CD-11C8-8C38-FA82BCF03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9E551-B27B-344A-BADB-62481C117FD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C373C-B500-B966-89F0-6264E2F50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6DEEC1-BE0A-727A-FEB0-62DCBA94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B8EC3-C859-1C44-922A-75F87FA63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2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E27855D-7BED-B79B-69D6-9D264949E4A6}"/>
              </a:ext>
            </a:extLst>
          </p:cNvPr>
          <p:cNvSpPr/>
          <p:nvPr/>
        </p:nvSpPr>
        <p:spPr>
          <a:xfrm>
            <a:off x="4906888" y="1046747"/>
            <a:ext cx="4465712" cy="409073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35FD7C98-7425-F12F-3F30-F1A0047A1043}"/>
              </a:ext>
            </a:extLst>
          </p:cNvPr>
          <p:cNvSpPr/>
          <p:nvPr/>
        </p:nvSpPr>
        <p:spPr>
          <a:xfrm rot="10800000">
            <a:off x="1552071" y="1503945"/>
            <a:ext cx="1467855" cy="734889"/>
          </a:xfrm>
          <a:prstGeom prst="trapezoi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D0BA04A9-D7ED-98D3-3A51-C881A404B3D4}"/>
              </a:ext>
            </a:extLst>
          </p:cNvPr>
          <p:cNvSpPr/>
          <p:nvPr/>
        </p:nvSpPr>
        <p:spPr>
          <a:xfrm rot="10800000">
            <a:off x="6336629" y="1503945"/>
            <a:ext cx="1467855" cy="734889"/>
          </a:xfrm>
          <a:prstGeom prst="trapezoi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FA3C080-BDAE-1401-1DFC-52FB5655577F}"/>
              </a:ext>
            </a:extLst>
          </p:cNvPr>
          <p:cNvSpPr/>
          <p:nvPr/>
        </p:nvSpPr>
        <p:spPr>
          <a:xfrm>
            <a:off x="1822785" y="2713121"/>
            <a:ext cx="950494" cy="14317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4198A5-5202-32A0-7010-882E5B876E9E}"/>
              </a:ext>
            </a:extLst>
          </p:cNvPr>
          <p:cNvSpPr/>
          <p:nvPr/>
        </p:nvSpPr>
        <p:spPr>
          <a:xfrm>
            <a:off x="1900990" y="2352174"/>
            <a:ext cx="794084" cy="7218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157304C-7447-965A-EDE6-FAD806083497}"/>
              </a:ext>
            </a:extLst>
          </p:cNvPr>
          <p:cNvSpPr/>
          <p:nvPr/>
        </p:nvSpPr>
        <p:spPr>
          <a:xfrm>
            <a:off x="6643438" y="2713121"/>
            <a:ext cx="950494" cy="14317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BA6F8FC-02A3-CB42-B079-6C432B2D8B51}"/>
              </a:ext>
            </a:extLst>
          </p:cNvPr>
          <p:cNvSpPr/>
          <p:nvPr/>
        </p:nvSpPr>
        <p:spPr>
          <a:xfrm>
            <a:off x="6721643" y="2352174"/>
            <a:ext cx="794084" cy="7218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0CB102-EAFD-6D5A-801D-A3EDA1272064}"/>
              </a:ext>
            </a:extLst>
          </p:cNvPr>
          <p:cNvSpPr/>
          <p:nvPr/>
        </p:nvSpPr>
        <p:spPr>
          <a:xfrm>
            <a:off x="3296653" y="1672389"/>
            <a:ext cx="457200" cy="6797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88C4C0-44A0-644C-18E0-1455D30E254C}"/>
              </a:ext>
            </a:extLst>
          </p:cNvPr>
          <p:cNvSpPr/>
          <p:nvPr/>
        </p:nvSpPr>
        <p:spPr>
          <a:xfrm rot="5400000">
            <a:off x="6289486" y="4083740"/>
            <a:ext cx="341940" cy="7289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102E587-0FE1-2F60-22D4-59DE4A183926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3525253" y="2352174"/>
            <a:ext cx="0" cy="20960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A3E5C4AB-5F36-4622-1126-AD7628826866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753853" y="2012282"/>
            <a:ext cx="27071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5219AE97-A60D-A1DB-FABB-7B261FD755A2}"/>
              </a:ext>
            </a:extLst>
          </p:cNvPr>
          <p:cNvCxnSpPr>
            <a:stCxn id="10" idx="0"/>
          </p:cNvCxnSpPr>
          <p:nvPr/>
        </p:nvCxnSpPr>
        <p:spPr>
          <a:xfrm flipV="1">
            <a:off x="3525253" y="1046747"/>
            <a:ext cx="0" cy="6256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B4DFA326-F5D0-686E-A56E-D5B37CA26D09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525253" y="4448197"/>
            <a:ext cx="25707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2659A55C-6053-FAFE-DBE7-C2FCD66A5290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285996" y="1046747"/>
            <a:ext cx="2" cy="4571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88862C3F-5ECD-07A6-71F5-41A51F68F3DB}"/>
              </a:ext>
            </a:extLst>
          </p:cNvPr>
          <p:cNvCxnSpPr/>
          <p:nvPr/>
        </p:nvCxnSpPr>
        <p:spPr>
          <a:xfrm>
            <a:off x="2298032" y="1046747"/>
            <a:ext cx="122722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D0413D37-55FD-A21E-B204-58DCFFD5C4C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256901" y="2801597"/>
            <a:ext cx="203555" cy="1475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1957D000-2D67-3316-945E-5BB5934A725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225341" y="2713122"/>
            <a:ext cx="496302" cy="997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1211C793-254A-1F0F-6E66-962946CC249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246381" y="2457893"/>
            <a:ext cx="591553" cy="3549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F6285BC9-ED3F-68C9-6C70-54690ECA7EC6}"/>
              </a:ext>
            </a:extLst>
          </p:cNvPr>
          <p:cNvCxnSpPr>
            <a:cxnSpLocks/>
            <a:endCxn id="9" idx="7"/>
          </p:cNvCxnSpPr>
          <p:nvPr/>
        </p:nvCxnSpPr>
        <p:spPr>
          <a:xfrm flipV="1">
            <a:off x="6267421" y="2457893"/>
            <a:ext cx="1132015" cy="3549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62B03B3F-2DE8-D6DE-7E32-D2AFD522104F}"/>
              </a:ext>
            </a:extLst>
          </p:cNvPr>
          <p:cNvCxnSpPr>
            <a:cxnSpLocks/>
            <a:endCxn id="9" idx="0"/>
          </p:cNvCxnSpPr>
          <p:nvPr/>
        </p:nvCxnSpPr>
        <p:spPr>
          <a:xfrm flipV="1">
            <a:off x="6267421" y="2352174"/>
            <a:ext cx="851264" cy="4606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2E165990-7E66-B846-69BA-51B2CFAF64FE}"/>
              </a:ext>
            </a:extLst>
          </p:cNvPr>
          <p:cNvCxnSpPr>
            <a:cxnSpLocks/>
            <a:endCxn id="9" idx="6"/>
          </p:cNvCxnSpPr>
          <p:nvPr/>
        </p:nvCxnSpPr>
        <p:spPr>
          <a:xfrm flipV="1">
            <a:off x="6267421" y="2713122"/>
            <a:ext cx="1248306" cy="99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4EECFDC1-7673-EA7A-A189-E047A98767FA}"/>
              </a:ext>
            </a:extLst>
          </p:cNvPr>
          <p:cNvCxnSpPr>
            <a:cxnSpLocks/>
          </p:cNvCxnSpPr>
          <p:nvPr/>
        </p:nvCxnSpPr>
        <p:spPr>
          <a:xfrm flipV="1">
            <a:off x="6267421" y="2597097"/>
            <a:ext cx="1035747" cy="215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60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2620F-CBA6-2D94-16A9-3C5CFA33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Ch7</a:t>
            </a:r>
            <a:r>
              <a:rPr lang="zh-CN" altLang="en-US" dirty="0"/>
              <a:t> 导入头文件数据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C770D3-80B4-D340-707E-1479B91D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0736" y="2629111"/>
            <a:ext cx="4008549" cy="16664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C1807B4-753B-4A56-ADD9-0402038BA034}"/>
              </a:ext>
            </a:extLst>
          </p:cNvPr>
          <p:cNvSpPr txBox="1"/>
          <p:nvPr/>
        </p:nvSpPr>
        <p:spPr>
          <a:xfrm>
            <a:off x="-1723645" y="2822358"/>
            <a:ext cx="2587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Number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of data point to be imported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1EEC45-4A9A-ED5A-DE67-9FCAB7ECE245}"/>
              </a:ext>
            </a:extLst>
          </p:cNvPr>
          <p:cNvSpPr txBox="1"/>
          <p:nvPr/>
        </p:nvSpPr>
        <p:spPr>
          <a:xfrm>
            <a:off x="-1723645" y="3428167"/>
            <a:ext cx="24288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Number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of channel to be imported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B5EBAF-B89C-25FA-D6E8-8D53C3DDBE61}"/>
              </a:ext>
            </a:extLst>
          </p:cNvPr>
          <p:cNvSpPr txBox="1"/>
          <p:nvPr/>
        </p:nvSpPr>
        <p:spPr>
          <a:xfrm>
            <a:off x="-979576" y="4378175"/>
            <a:ext cx="2914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Leave blank means import all number of …</a:t>
            </a:r>
            <a:endParaRPr lang="en-US" altLang="zh-CN" sz="1100" b="1" dirty="0">
              <a:solidFill>
                <a:srgbClr val="FF0000"/>
              </a:solidFill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D6A1CF43-AAB0-98D3-EF9A-370C3CFCBA83}"/>
              </a:ext>
            </a:extLst>
          </p:cNvPr>
          <p:cNvCxnSpPr>
            <a:cxnSpLocks/>
          </p:cNvCxnSpPr>
          <p:nvPr/>
        </p:nvCxnSpPr>
        <p:spPr>
          <a:xfrm flipH="1">
            <a:off x="705225" y="3689777"/>
            <a:ext cx="358498" cy="7323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D294B0B-F057-326F-BF10-EB93A0BCD2FA}"/>
              </a:ext>
            </a:extLst>
          </p:cNvPr>
          <p:cNvSpPr/>
          <p:nvPr/>
        </p:nvSpPr>
        <p:spPr>
          <a:xfrm>
            <a:off x="861582" y="2905466"/>
            <a:ext cx="1179874" cy="784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1B308B7D-5AD6-D462-F5EF-BCBA9A27F4CE}"/>
              </a:ext>
            </a:extLst>
          </p:cNvPr>
          <p:cNvSpPr/>
          <p:nvPr/>
        </p:nvSpPr>
        <p:spPr>
          <a:xfrm>
            <a:off x="2354170" y="2973189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24C612E-F5A8-A30C-B396-067EC1BF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313" y="2713048"/>
            <a:ext cx="3149600" cy="14986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05ECED2-9AA0-6D88-EF60-1273EB3D3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93" y="1599295"/>
            <a:ext cx="3929232" cy="137389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567C83D-4306-4258-7D28-F377D29E3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93" y="3504813"/>
            <a:ext cx="4164940" cy="2269943"/>
          </a:xfrm>
          <a:prstGeom prst="rect">
            <a:avLst/>
          </a:prstGeom>
        </p:spPr>
      </p:pic>
      <p:sp>
        <p:nvSpPr>
          <p:cNvPr id="19" name="右箭头 18">
            <a:extLst>
              <a:ext uri="{FF2B5EF4-FFF2-40B4-BE49-F238E27FC236}">
                <a16:creationId xmlns:a16="http://schemas.microsoft.com/office/drawing/2014/main" id="{578339DF-04B6-75B5-FF2D-E52F9578262A}"/>
              </a:ext>
            </a:extLst>
          </p:cNvPr>
          <p:cNvSpPr/>
          <p:nvPr/>
        </p:nvSpPr>
        <p:spPr>
          <a:xfrm>
            <a:off x="7812861" y="3069813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A15670-A669-9497-AEF1-14679FFECA8C}"/>
              </a:ext>
            </a:extLst>
          </p:cNvPr>
          <p:cNvSpPr/>
          <p:nvPr/>
        </p:nvSpPr>
        <p:spPr>
          <a:xfrm>
            <a:off x="5161788" y="2194560"/>
            <a:ext cx="475488" cy="132588"/>
          </a:xfrm>
          <a:prstGeom prst="rect">
            <a:avLst/>
          </a:prstGeom>
          <a:solidFill>
            <a:srgbClr val="FF0000">
              <a:alpha val="40414"/>
            </a:srgbClr>
          </a:solidFill>
          <a:ln>
            <a:solidFill>
              <a:srgbClr val="FF000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DA7D9F-2F46-5C34-5FE8-7ADCE0E3849A}"/>
              </a:ext>
            </a:extLst>
          </p:cNvPr>
          <p:cNvSpPr/>
          <p:nvPr/>
        </p:nvSpPr>
        <p:spPr>
          <a:xfrm>
            <a:off x="5684520" y="2194560"/>
            <a:ext cx="112776" cy="132588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577F85-8361-E351-CCA9-02EAF76A857B}"/>
              </a:ext>
            </a:extLst>
          </p:cNvPr>
          <p:cNvSpPr/>
          <p:nvPr/>
        </p:nvSpPr>
        <p:spPr>
          <a:xfrm>
            <a:off x="5848340" y="2194560"/>
            <a:ext cx="150123" cy="132588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FB8C3B6-2090-799B-AFCB-E6A40E3A1C84}"/>
              </a:ext>
            </a:extLst>
          </p:cNvPr>
          <p:cNvSpPr txBox="1"/>
          <p:nvPr/>
        </p:nvSpPr>
        <p:spPr>
          <a:xfrm>
            <a:off x="4629796" y="2315304"/>
            <a:ext cx="2587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- </a:t>
            </a:r>
            <a:r>
              <a:rPr lang="en-US" sz="1050" b="1" dirty="0">
                <a:solidFill>
                  <a:srgbClr val="FF0000"/>
                </a:solidFill>
              </a:rPr>
              <a:t>Number</a:t>
            </a:r>
            <a:r>
              <a:rPr lang="zh-CN" altLang="en-US" sz="1050" b="1" dirty="0">
                <a:solidFill>
                  <a:srgbClr val="FF0000"/>
                </a:solidFill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</a:rPr>
              <a:t>of experiment &amp; participant</a:t>
            </a:r>
          </a:p>
          <a:p>
            <a:r>
              <a:rPr lang="en-US" altLang="zh-CN" sz="1050" b="1" dirty="0">
                <a:solidFill>
                  <a:srgbClr val="FF0000"/>
                </a:solidFill>
              </a:rPr>
              <a:t>- Step number</a:t>
            </a:r>
          </a:p>
          <a:p>
            <a:r>
              <a:rPr lang="en-US" altLang="zh-CN" sz="1050" b="1" dirty="0">
                <a:solidFill>
                  <a:srgbClr val="FF0000"/>
                </a:solidFill>
              </a:rPr>
              <a:t>- description</a:t>
            </a:r>
          </a:p>
        </p:txBody>
      </p:sp>
    </p:spTree>
    <p:extLst>
      <p:ext uri="{BB962C8B-B14F-4D97-AF65-F5344CB8AC3E}">
        <p14:creationId xmlns:p14="http://schemas.microsoft.com/office/powerpoint/2010/main" val="118530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F528C8-49AF-82BF-CF41-89424A4DF4EB}"/>
              </a:ext>
            </a:extLst>
          </p:cNvPr>
          <p:cNvSpPr/>
          <p:nvPr/>
        </p:nvSpPr>
        <p:spPr>
          <a:xfrm>
            <a:off x="7044829" y="2338963"/>
            <a:ext cx="1800000" cy="180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5F7B5A-4F63-03B5-7D02-5F0D2A5D4E97}"/>
              </a:ext>
            </a:extLst>
          </p:cNvPr>
          <p:cNvSpPr/>
          <p:nvPr/>
        </p:nvSpPr>
        <p:spPr>
          <a:xfrm>
            <a:off x="5244829" y="4145017"/>
            <a:ext cx="1800000" cy="180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DB29CE-13BC-405F-E376-5BD64E56CAA1}"/>
              </a:ext>
            </a:extLst>
          </p:cNvPr>
          <p:cNvSpPr/>
          <p:nvPr/>
        </p:nvSpPr>
        <p:spPr>
          <a:xfrm>
            <a:off x="5244829" y="526855"/>
            <a:ext cx="1800000" cy="180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45D059-6B0C-BAF7-A3E0-0B3E8FE67181}"/>
              </a:ext>
            </a:extLst>
          </p:cNvPr>
          <p:cNvSpPr/>
          <p:nvPr/>
        </p:nvSpPr>
        <p:spPr>
          <a:xfrm>
            <a:off x="3444829" y="2332909"/>
            <a:ext cx="1800000" cy="180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3913F7-B48B-AA79-6775-B9407E9392FA}"/>
              </a:ext>
            </a:extLst>
          </p:cNvPr>
          <p:cNvSpPr/>
          <p:nvPr/>
        </p:nvSpPr>
        <p:spPr>
          <a:xfrm>
            <a:off x="5244829" y="2332909"/>
            <a:ext cx="1800000" cy="180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1E52E6-9DF1-E3AF-1454-0442D7DB843B}"/>
              </a:ext>
            </a:extLst>
          </p:cNvPr>
          <p:cNvSpPr txBox="1"/>
          <p:nvPr/>
        </p:nvSpPr>
        <p:spPr>
          <a:xfrm>
            <a:off x="5626898" y="2909743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Broken </a:t>
            </a:r>
          </a:p>
          <a:p>
            <a:r>
              <a:rPr lang="en-US" b="1" dirty="0"/>
              <a:t>Channel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FF2A1C-57EE-2575-F5E8-ADC241E05DD3}"/>
              </a:ext>
            </a:extLst>
          </p:cNvPr>
          <p:cNvSpPr txBox="1"/>
          <p:nvPr/>
        </p:nvSpPr>
        <p:spPr>
          <a:xfrm>
            <a:off x="5409691" y="1109743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surrounding</a:t>
            </a:r>
          </a:p>
          <a:p>
            <a:r>
              <a:rPr lang="en-US" b="1" dirty="0"/>
              <a:t>Channel 1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A40FA4-3298-AC5C-4D85-9C863C31610E}"/>
              </a:ext>
            </a:extLst>
          </p:cNvPr>
          <p:cNvSpPr txBox="1"/>
          <p:nvPr/>
        </p:nvSpPr>
        <p:spPr>
          <a:xfrm>
            <a:off x="7209692" y="2909743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surrounding</a:t>
            </a:r>
          </a:p>
          <a:p>
            <a:r>
              <a:rPr lang="en-US" b="1" dirty="0"/>
              <a:t>Channel 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5FC496-6388-8286-78DB-1C9C197183EC}"/>
              </a:ext>
            </a:extLst>
          </p:cNvPr>
          <p:cNvSpPr txBox="1"/>
          <p:nvPr/>
        </p:nvSpPr>
        <p:spPr>
          <a:xfrm>
            <a:off x="5409691" y="4721851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surrounding</a:t>
            </a:r>
          </a:p>
          <a:p>
            <a:r>
              <a:rPr lang="en-US" b="1" dirty="0"/>
              <a:t>Channel 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5EB171-B955-9CC7-ABB6-16B96DB3A6BE}"/>
              </a:ext>
            </a:extLst>
          </p:cNvPr>
          <p:cNvSpPr txBox="1"/>
          <p:nvPr/>
        </p:nvSpPr>
        <p:spPr>
          <a:xfrm>
            <a:off x="3609692" y="2909742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surrounding</a:t>
            </a:r>
          </a:p>
          <a:p>
            <a:r>
              <a:rPr lang="en-US" b="1" dirty="0"/>
              <a:t>Channel 4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3148CFFC-7F7B-DA3F-6005-70D43DE03AC7}"/>
              </a:ext>
            </a:extLst>
          </p:cNvPr>
          <p:cNvSpPr/>
          <p:nvPr/>
        </p:nvSpPr>
        <p:spPr>
          <a:xfrm>
            <a:off x="5076442" y="2991466"/>
            <a:ext cx="546932" cy="4828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BD0AF08A-4EBF-7126-99DA-25831FA05D8F}"/>
              </a:ext>
            </a:extLst>
          </p:cNvPr>
          <p:cNvSpPr/>
          <p:nvPr/>
        </p:nvSpPr>
        <p:spPr>
          <a:xfrm rot="10800000">
            <a:off x="6662760" y="2991466"/>
            <a:ext cx="546932" cy="4828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B2B9B07F-CF97-1372-AC18-96169609F3C3}"/>
              </a:ext>
            </a:extLst>
          </p:cNvPr>
          <p:cNvSpPr/>
          <p:nvPr/>
        </p:nvSpPr>
        <p:spPr>
          <a:xfrm rot="16200000">
            <a:off x="5857389" y="3745106"/>
            <a:ext cx="546932" cy="4828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9E365FF8-BFEE-7D40-0A67-DE61A77253C5}"/>
              </a:ext>
            </a:extLst>
          </p:cNvPr>
          <p:cNvSpPr/>
          <p:nvPr/>
        </p:nvSpPr>
        <p:spPr>
          <a:xfrm rot="5400000">
            <a:off x="5856063" y="2237829"/>
            <a:ext cx="546932" cy="4828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B57B71-27F0-F4BE-7B93-3AB3DCCB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Ch7</a:t>
            </a:r>
            <a:r>
              <a:rPr lang="zh-CN" altLang="en-US" dirty="0"/>
              <a:t> 滤波原则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8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E2720AF-8FA1-AFC2-47E5-00B1E410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06" y="2127584"/>
            <a:ext cx="2978015" cy="26028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EF2A6D2-FAFC-1F8A-4AF2-63D26BFEA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986" y="1958750"/>
            <a:ext cx="3653590" cy="10827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565C903-6194-7BA8-A6B4-EA21A5E41E7F}"/>
              </a:ext>
            </a:extLst>
          </p:cNvPr>
          <p:cNvSpPr/>
          <p:nvPr/>
        </p:nvSpPr>
        <p:spPr>
          <a:xfrm>
            <a:off x="7965398" y="2456607"/>
            <a:ext cx="592428" cy="212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F61B59-5B5C-D4D5-3046-CF3E314EFE87}"/>
              </a:ext>
            </a:extLst>
          </p:cNvPr>
          <p:cNvSpPr/>
          <p:nvPr/>
        </p:nvSpPr>
        <p:spPr>
          <a:xfrm>
            <a:off x="7965398" y="2176570"/>
            <a:ext cx="592428" cy="212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881A2481-BC96-E20C-AAA0-EFA63B6E7F8E}"/>
              </a:ext>
            </a:extLst>
          </p:cNvPr>
          <p:cNvSpPr/>
          <p:nvPr/>
        </p:nvSpPr>
        <p:spPr>
          <a:xfrm>
            <a:off x="4169325" y="2980531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925B2A7-BD2C-DBC1-DD3A-D72AF0C6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Ch7</a:t>
            </a:r>
            <a:r>
              <a:rPr lang="zh-CN" altLang="en-US" dirty="0"/>
              <a:t> 滤波操作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031F950-6A7B-2E57-0AC4-FC0ECAE1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986" y="3499833"/>
            <a:ext cx="3653590" cy="149044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7EE81A9-8BF2-1EED-C749-DD5F01A96B8A}"/>
              </a:ext>
            </a:extLst>
          </p:cNvPr>
          <p:cNvSpPr/>
          <p:nvPr/>
        </p:nvSpPr>
        <p:spPr>
          <a:xfrm>
            <a:off x="7965398" y="3619993"/>
            <a:ext cx="592428" cy="508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436C8F-2FC5-995A-2667-0ADBEBB1AA9A}"/>
              </a:ext>
            </a:extLst>
          </p:cNvPr>
          <p:cNvSpPr/>
          <p:nvPr/>
        </p:nvSpPr>
        <p:spPr>
          <a:xfrm>
            <a:off x="5301446" y="4779993"/>
            <a:ext cx="1877900" cy="2776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B763C9-428A-0A94-BD9A-6666299378BD}"/>
              </a:ext>
            </a:extLst>
          </p:cNvPr>
          <p:cNvSpPr txBox="1"/>
          <p:nvPr/>
        </p:nvSpPr>
        <p:spPr>
          <a:xfrm>
            <a:off x="8557826" y="2212338"/>
            <a:ext cx="1796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The interval of frequency that you want to keep</a:t>
            </a:r>
            <a:endParaRPr lang="en-US" altLang="zh-CN" sz="1100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03D5E1-D1F7-2593-901B-C645048DC092}"/>
              </a:ext>
            </a:extLst>
          </p:cNvPr>
          <p:cNvSpPr txBox="1"/>
          <p:nvPr/>
        </p:nvSpPr>
        <p:spPr>
          <a:xfrm>
            <a:off x="8557826" y="3658704"/>
            <a:ext cx="19944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The interval of frequency that you want to remove</a:t>
            </a:r>
            <a:endParaRPr lang="en-US" altLang="zh-CN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13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D44F3-0545-D5C2-81D6-CAD2757F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7_filter_distoration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0DDFC-A5C8-3717-3309-9409D0BA7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B6D76B-98E3-7417-3A30-32B063B5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2813050"/>
            <a:ext cx="56769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342D8FB0-7B64-DC8C-0E77-D7A2012D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005" y="2042219"/>
            <a:ext cx="6592081" cy="270968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1468D58-AD2E-F768-61B3-31504ED6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Epoch data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A55D9C-05F2-160A-68E0-34A300389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484" y="2009962"/>
            <a:ext cx="3459747" cy="283807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C99D325-D604-CE71-72D2-D9010139A6FC}"/>
              </a:ext>
            </a:extLst>
          </p:cNvPr>
          <p:cNvSpPr/>
          <p:nvPr/>
        </p:nvSpPr>
        <p:spPr>
          <a:xfrm>
            <a:off x="7876205" y="2382253"/>
            <a:ext cx="1436238" cy="2810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101F3D-F780-3F5F-E579-AD9EC92AF33E}"/>
              </a:ext>
            </a:extLst>
          </p:cNvPr>
          <p:cNvSpPr/>
          <p:nvPr/>
        </p:nvSpPr>
        <p:spPr>
          <a:xfrm>
            <a:off x="7876205" y="2753092"/>
            <a:ext cx="1436238" cy="2810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C822CD-FDD0-93F1-EDF7-471DDEE50E31}"/>
              </a:ext>
            </a:extLst>
          </p:cNvPr>
          <p:cNvSpPr/>
          <p:nvPr/>
        </p:nvSpPr>
        <p:spPr>
          <a:xfrm>
            <a:off x="8136888" y="3123930"/>
            <a:ext cx="1801195" cy="305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9574C6-F18C-72E0-3C77-E07ACD37648A}"/>
              </a:ext>
            </a:extLst>
          </p:cNvPr>
          <p:cNvSpPr txBox="1"/>
          <p:nvPr/>
        </p:nvSpPr>
        <p:spPr>
          <a:xfrm>
            <a:off x="7661203" y="2075765"/>
            <a:ext cx="2276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Where info, enter the markers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483F2C-E666-9BD7-8B23-959F89EE9300}"/>
              </a:ext>
            </a:extLst>
          </p:cNvPr>
          <p:cNvSpPr txBox="1"/>
          <p:nvPr/>
        </p:nvSpPr>
        <p:spPr>
          <a:xfrm>
            <a:off x="9312442" y="2772564"/>
            <a:ext cx="287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How long, define the duration interval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31FCF3-950E-56B0-D13F-8AE91186E819}"/>
              </a:ext>
            </a:extLst>
          </p:cNvPr>
          <p:cNvSpPr txBox="1"/>
          <p:nvPr/>
        </p:nvSpPr>
        <p:spPr>
          <a:xfrm>
            <a:off x="9312443" y="3428999"/>
            <a:ext cx="287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Don’t forget to name and save it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C2A6A514-D7DA-0F6F-ECE6-73D5D21025C4}"/>
              </a:ext>
            </a:extLst>
          </p:cNvPr>
          <p:cNvSpPr/>
          <p:nvPr/>
        </p:nvSpPr>
        <p:spPr>
          <a:xfrm>
            <a:off x="2947158" y="3123930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962D40-A0E9-9C4B-1956-107BE8F710FF}"/>
              </a:ext>
            </a:extLst>
          </p:cNvPr>
          <p:cNvSpPr/>
          <p:nvPr/>
        </p:nvSpPr>
        <p:spPr>
          <a:xfrm>
            <a:off x="-218962" y="4655932"/>
            <a:ext cx="1828838" cy="192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5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9808A53C-C321-B9AF-F129-D7D7533E8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788" y="6169000"/>
            <a:ext cx="5704203" cy="29034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782250-9567-B24A-B5ED-A46222B2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baseline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0711DD-1417-2697-DC29-30A242BD6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1639" y="2986391"/>
            <a:ext cx="5261448" cy="431971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DD21926-7D86-94B2-5A71-8C863248B8DA}"/>
              </a:ext>
            </a:extLst>
          </p:cNvPr>
          <p:cNvSpPr/>
          <p:nvPr/>
        </p:nvSpPr>
        <p:spPr>
          <a:xfrm>
            <a:off x="-3889753" y="6956031"/>
            <a:ext cx="1828838" cy="192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BA7EF24E-E082-512D-1B47-7430EC154E1D}"/>
              </a:ext>
            </a:extLst>
          </p:cNvPr>
          <p:cNvSpPr/>
          <p:nvPr/>
        </p:nvSpPr>
        <p:spPr>
          <a:xfrm>
            <a:off x="1160333" y="4413388"/>
            <a:ext cx="1065729" cy="12104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218081-B30F-057F-38F6-974CB185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830" y="2731286"/>
            <a:ext cx="5063670" cy="22541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D9A2B1-747C-CB6A-7339-B6E3AE140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830" y="6221099"/>
            <a:ext cx="5072992" cy="22546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0FC00A-C23E-2C23-14C1-302874913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3796" y="1993791"/>
            <a:ext cx="5341735" cy="363006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5C816A9-C2B2-0C29-A33A-5CA97F3191D9}"/>
              </a:ext>
            </a:extLst>
          </p:cNvPr>
          <p:cNvSpPr txBox="1"/>
          <p:nvPr/>
        </p:nvSpPr>
        <p:spPr>
          <a:xfrm>
            <a:off x="5838898" y="2724781"/>
            <a:ext cx="17086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The default given value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63435A-2B1F-B519-D0A9-5172A289F685}"/>
              </a:ext>
            </a:extLst>
          </p:cNvPr>
          <p:cNvSpPr/>
          <p:nvPr/>
        </p:nvSpPr>
        <p:spPr>
          <a:xfrm>
            <a:off x="6529900" y="2956792"/>
            <a:ext cx="788973" cy="223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4F08AB-1A3F-D3E9-7292-491D5BB88F44}"/>
              </a:ext>
            </a:extLst>
          </p:cNvPr>
          <p:cNvSpPr txBox="1"/>
          <p:nvPr/>
        </p:nvSpPr>
        <p:spPr>
          <a:xfrm>
            <a:off x="5508235" y="6221099"/>
            <a:ext cx="2153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My elegant and smart solution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79DC3F-A11C-27DF-757A-C9CCD90C2F2D}"/>
              </a:ext>
            </a:extLst>
          </p:cNvPr>
          <p:cNvSpPr/>
          <p:nvPr/>
        </p:nvSpPr>
        <p:spPr>
          <a:xfrm>
            <a:off x="6533763" y="6431896"/>
            <a:ext cx="788973" cy="223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5034907A-513A-8481-6451-AB4D2130ACCB}"/>
              </a:ext>
            </a:extLst>
          </p:cNvPr>
          <p:cNvSpPr/>
          <p:nvPr/>
        </p:nvSpPr>
        <p:spPr>
          <a:xfrm>
            <a:off x="7938820" y="3653865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586B6E60-1DDA-A032-B1AE-6D28AB2F430A}"/>
              </a:ext>
            </a:extLst>
          </p:cNvPr>
          <p:cNvSpPr/>
          <p:nvPr/>
        </p:nvSpPr>
        <p:spPr>
          <a:xfrm>
            <a:off x="7938820" y="7138377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00564C-93C1-5D8E-0A2F-3716C90F11BC}"/>
              </a:ext>
            </a:extLst>
          </p:cNvPr>
          <p:cNvSpPr/>
          <p:nvPr/>
        </p:nvSpPr>
        <p:spPr>
          <a:xfrm>
            <a:off x="10878420" y="6657089"/>
            <a:ext cx="2315065" cy="320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E522D2-1B2E-43B8-0EFB-6EEEFCBE109C}"/>
              </a:ext>
            </a:extLst>
          </p:cNvPr>
          <p:cNvSpPr txBox="1"/>
          <p:nvPr/>
        </p:nvSpPr>
        <p:spPr>
          <a:xfrm>
            <a:off x="9655190" y="2451895"/>
            <a:ext cx="38954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In sum, </a:t>
            </a:r>
          </a:p>
          <a:p>
            <a:r>
              <a:rPr lang="en-US" altLang="zh-CN" sz="4400" b="1" dirty="0">
                <a:solidFill>
                  <a:srgbClr val="FF0000"/>
                </a:solidFill>
              </a:rPr>
              <a:t>ERROR &amp; BUG</a:t>
            </a:r>
          </a:p>
        </p:txBody>
      </p:sp>
    </p:spTree>
    <p:extLst>
      <p:ext uri="{BB962C8B-B14F-4D97-AF65-F5344CB8AC3E}">
        <p14:creationId xmlns:p14="http://schemas.microsoft.com/office/powerpoint/2010/main" val="816943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C46EA-9DC1-0E7D-C802-34B567C2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Reject bad epochs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19D69C-E262-E5DE-F13F-7944174F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5766" y="1980620"/>
            <a:ext cx="4506725" cy="37041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27484C-2545-034A-2B8B-7A0536C9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37" y="1980620"/>
            <a:ext cx="7772400" cy="37041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CA5E63C-6246-28B6-25B8-0DC47427ACD4}"/>
              </a:ext>
            </a:extLst>
          </p:cNvPr>
          <p:cNvSpPr/>
          <p:nvPr/>
        </p:nvSpPr>
        <p:spPr>
          <a:xfrm>
            <a:off x="2443572" y="3102562"/>
            <a:ext cx="1414463" cy="242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E20ED12C-6F5B-E58D-56D3-4959A8BBEA4A}"/>
              </a:ext>
            </a:extLst>
          </p:cNvPr>
          <p:cNvSpPr/>
          <p:nvPr/>
        </p:nvSpPr>
        <p:spPr>
          <a:xfrm>
            <a:off x="4444263" y="3588118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352C85-046E-2749-4BF7-C4A9FBDB51DF}"/>
              </a:ext>
            </a:extLst>
          </p:cNvPr>
          <p:cNvSpPr/>
          <p:nvPr/>
        </p:nvSpPr>
        <p:spPr>
          <a:xfrm>
            <a:off x="5958297" y="2526190"/>
            <a:ext cx="6886575" cy="6978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4FFA8F-76BF-D7BD-9E43-E3158A02161B}"/>
              </a:ext>
            </a:extLst>
          </p:cNvPr>
          <p:cNvSpPr txBox="1"/>
          <p:nvPr/>
        </p:nvSpPr>
        <p:spPr>
          <a:xfrm>
            <a:off x="8953981" y="2008447"/>
            <a:ext cx="25478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Change values of these two and keep the left default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484B44-D083-8A04-DC94-5609D4D90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5766" y="7292275"/>
            <a:ext cx="7772400" cy="4884669"/>
          </a:xfrm>
          <a:prstGeom prst="rect">
            <a:avLst/>
          </a:prstGeom>
        </p:spPr>
      </p:pic>
      <p:sp>
        <p:nvSpPr>
          <p:cNvPr id="11" name="右箭头 10">
            <a:extLst>
              <a:ext uri="{FF2B5EF4-FFF2-40B4-BE49-F238E27FC236}">
                <a16:creationId xmlns:a16="http://schemas.microsoft.com/office/drawing/2014/main" id="{BAAFB5B2-0D3C-9496-A75E-D3C7EE52C7C0}"/>
              </a:ext>
            </a:extLst>
          </p:cNvPr>
          <p:cNvSpPr/>
          <p:nvPr/>
        </p:nvSpPr>
        <p:spPr>
          <a:xfrm rot="5400000">
            <a:off x="5425432" y="5824343"/>
            <a:ext cx="1065729" cy="12104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456611-F9F6-851A-7237-909A798986F2}"/>
              </a:ext>
            </a:extLst>
          </p:cNvPr>
          <p:cNvSpPr/>
          <p:nvPr/>
        </p:nvSpPr>
        <p:spPr>
          <a:xfrm>
            <a:off x="-262614" y="7708126"/>
            <a:ext cx="4661807" cy="401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38A280-6AD5-D928-6FEE-3E3E2006B9BE}"/>
              </a:ext>
            </a:extLst>
          </p:cNvPr>
          <p:cNvSpPr/>
          <p:nvPr/>
        </p:nvSpPr>
        <p:spPr>
          <a:xfrm>
            <a:off x="5860884" y="11833528"/>
            <a:ext cx="1052909" cy="229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7490C5-F927-B50F-143A-8F6200F41864}"/>
              </a:ext>
            </a:extLst>
          </p:cNvPr>
          <p:cNvSpPr txBox="1"/>
          <p:nvPr/>
        </p:nvSpPr>
        <p:spPr>
          <a:xfrm>
            <a:off x="-376985" y="7369396"/>
            <a:ext cx="3614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It will mark all suspicious trials to be deleted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B9868-9C11-2C88-437E-F9D1C8F66502}"/>
              </a:ext>
            </a:extLst>
          </p:cNvPr>
          <p:cNvSpPr txBox="1"/>
          <p:nvPr/>
        </p:nvSpPr>
        <p:spPr>
          <a:xfrm>
            <a:off x="5752352" y="11585501"/>
            <a:ext cx="998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Press update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BCA0C29-52FD-B34E-21C1-A0E4D2A90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3032" y="7861950"/>
            <a:ext cx="4497905" cy="3704157"/>
          </a:xfrm>
          <a:prstGeom prst="rect">
            <a:avLst/>
          </a:prstGeom>
        </p:spPr>
      </p:pic>
      <p:sp>
        <p:nvSpPr>
          <p:cNvPr id="19" name="右箭头 18">
            <a:extLst>
              <a:ext uri="{FF2B5EF4-FFF2-40B4-BE49-F238E27FC236}">
                <a16:creationId xmlns:a16="http://schemas.microsoft.com/office/drawing/2014/main" id="{0DFC68AD-1BF1-7F9A-2DE1-46BB51D13E2E}"/>
              </a:ext>
            </a:extLst>
          </p:cNvPr>
          <p:cNvSpPr/>
          <p:nvPr/>
        </p:nvSpPr>
        <p:spPr>
          <a:xfrm>
            <a:off x="7714348" y="9490029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0C1E19-5ADE-2E2B-99B2-C25A5A070EE2}"/>
              </a:ext>
            </a:extLst>
          </p:cNvPr>
          <p:cNvSpPr/>
          <p:nvPr/>
        </p:nvSpPr>
        <p:spPr>
          <a:xfrm>
            <a:off x="11825406" y="10366332"/>
            <a:ext cx="1414463" cy="242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33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74C32A-A369-0D97-11B2-F72DAD28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artifact correction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FD0BD5-8F44-653E-5CCE-6BFD85671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6898" y="2106496"/>
            <a:ext cx="6489700" cy="5321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1DACC79-E4B7-F926-65DF-F67AED51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534" y="3246244"/>
            <a:ext cx="7772400" cy="3041803"/>
          </a:xfrm>
          <a:prstGeom prst="rect">
            <a:avLst/>
          </a:prstGeom>
        </p:spPr>
      </p:pic>
      <p:sp>
        <p:nvSpPr>
          <p:cNvPr id="6" name="右箭头 5">
            <a:extLst>
              <a:ext uri="{FF2B5EF4-FFF2-40B4-BE49-F238E27FC236}">
                <a16:creationId xmlns:a16="http://schemas.microsoft.com/office/drawing/2014/main" id="{25D7B1A2-701B-CA50-4A09-A66B7A5F3D25}"/>
              </a:ext>
            </a:extLst>
          </p:cNvPr>
          <p:cNvSpPr/>
          <p:nvPr/>
        </p:nvSpPr>
        <p:spPr>
          <a:xfrm>
            <a:off x="4946683" y="4767145"/>
            <a:ext cx="870970" cy="489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AC768-2992-0156-7FFD-2287BA19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Reject data, second roll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93FD24-324B-DFEE-01D8-822C1A27F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368" y="1690688"/>
            <a:ext cx="6575385" cy="10946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FC5737-367A-DDE0-DBBA-C28D08FA6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368" y="3711192"/>
            <a:ext cx="6575385" cy="36640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2ED921-F439-BFF0-EF09-6E237B9E1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093" y="2238006"/>
            <a:ext cx="3580757" cy="294637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86F9F50-F838-AF87-95EC-18C7A51F0375}"/>
              </a:ext>
            </a:extLst>
          </p:cNvPr>
          <p:cNvSpPr/>
          <p:nvPr/>
        </p:nvSpPr>
        <p:spPr>
          <a:xfrm>
            <a:off x="2045672" y="2742010"/>
            <a:ext cx="1257739" cy="209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BD8EE13B-9AF2-E808-167D-30003BAA824E}"/>
              </a:ext>
            </a:extLst>
          </p:cNvPr>
          <p:cNvSpPr/>
          <p:nvPr/>
        </p:nvSpPr>
        <p:spPr>
          <a:xfrm>
            <a:off x="3447790" y="2475257"/>
            <a:ext cx="739451" cy="3715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112CE7B7-59E5-2532-F354-4AAE854BFCEC}"/>
              </a:ext>
            </a:extLst>
          </p:cNvPr>
          <p:cNvSpPr/>
          <p:nvPr/>
        </p:nvSpPr>
        <p:spPr>
          <a:xfrm rot="5400000">
            <a:off x="4446216" y="3062475"/>
            <a:ext cx="739451" cy="3715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EA3337-AD4F-6ABB-56AE-8A34E6062DDC}"/>
              </a:ext>
            </a:extLst>
          </p:cNvPr>
          <p:cNvSpPr txBox="1"/>
          <p:nvPr/>
        </p:nvSpPr>
        <p:spPr>
          <a:xfrm>
            <a:off x="5137949" y="3032813"/>
            <a:ext cx="2700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All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epochs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are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marked to be removed due to the lines that turns into orange</a:t>
            </a:r>
          </a:p>
        </p:txBody>
      </p:sp>
    </p:spTree>
    <p:extLst>
      <p:ext uri="{BB962C8B-B14F-4D97-AF65-F5344CB8AC3E}">
        <p14:creationId xmlns:p14="http://schemas.microsoft.com/office/powerpoint/2010/main" val="238041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B52C6-A656-9611-0756-57EE6988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fining the artifact rejection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269B13-8AA2-E34B-4524-116E8587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09" y="2297482"/>
            <a:ext cx="7772400" cy="113151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9B02F9-028A-21A3-679D-5B6E7B812C1E}"/>
              </a:ext>
            </a:extLst>
          </p:cNvPr>
          <p:cNvSpPr/>
          <p:nvPr/>
        </p:nvSpPr>
        <p:spPr>
          <a:xfrm>
            <a:off x="4603677" y="2973503"/>
            <a:ext cx="1299412" cy="174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219832-5C37-B616-E9B5-F7411BDBC14F}"/>
              </a:ext>
            </a:extLst>
          </p:cNvPr>
          <p:cNvSpPr/>
          <p:nvPr/>
        </p:nvSpPr>
        <p:spPr>
          <a:xfrm>
            <a:off x="7730770" y="2973502"/>
            <a:ext cx="1299412" cy="174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ACD826-0384-D345-594B-09A76DCE2C08}"/>
              </a:ext>
            </a:extLst>
          </p:cNvPr>
          <p:cNvSpPr txBox="1"/>
          <p:nvPr/>
        </p:nvSpPr>
        <p:spPr>
          <a:xfrm>
            <a:off x="4142526" y="3428999"/>
            <a:ext cx="2700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Enter the channel number of target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62401-3955-ECB5-A13B-7841D30F23CD}"/>
              </a:ext>
            </a:extLst>
          </p:cNvPr>
          <p:cNvSpPr txBox="1"/>
          <p:nvPr/>
        </p:nvSpPr>
        <p:spPr>
          <a:xfrm>
            <a:off x="7711126" y="3428999"/>
            <a:ext cx="1388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Still get too many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5DC0CD-4250-6039-32AA-2050EA9E8A95}"/>
              </a:ext>
            </a:extLst>
          </p:cNvPr>
          <p:cNvSpPr txBox="1"/>
          <p:nvPr/>
        </p:nvSpPr>
        <p:spPr>
          <a:xfrm>
            <a:off x="347241" y="50465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02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11C4E-1824-9A66-E94E-681013E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run ICA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9B6248-A71D-DA4C-4FAC-1857499F0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659" y="2029732"/>
            <a:ext cx="4105560" cy="33971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611C12-26DE-8396-B123-AE5533D26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274" y="2029732"/>
            <a:ext cx="7772400" cy="3397150"/>
          </a:xfrm>
          <a:prstGeom prst="rect">
            <a:avLst/>
          </a:prstGeom>
        </p:spPr>
      </p:pic>
      <p:sp>
        <p:nvSpPr>
          <p:cNvPr id="6" name="右箭头 5">
            <a:extLst>
              <a:ext uri="{FF2B5EF4-FFF2-40B4-BE49-F238E27FC236}">
                <a16:creationId xmlns:a16="http://schemas.microsoft.com/office/drawing/2014/main" id="{4D6D84FB-6D50-99A5-9771-E20F3D41F39A}"/>
              </a:ext>
            </a:extLst>
          </p:cNvPr>
          <p:cNvSpPr/>
          <p:nvPr/>
        </p:nvSpPr>
        <p:spPr>
          <a:xfrm>
            <a:off x="3478362" y="3728307"/>
            <a:ext cx="739451" cy="3715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DFBB75-73ED-E47D-830D-8D1B9D706738}"/>
              </a:ext>
            </a:extLst>
          </p:cNvPr>
          <p:cNvSpPr/>
          <p:nvPr/>
        </p:nvSpPr>
        <p:spPr>
          <a:xfrm>
            <a:off x="-511262" y="4099872"/>
            <a:ext cx="1257739" cy="209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9C3BD4-D8DD-50E8-70E0-59A8FFE97B65}"/>
              </a:ext>
            </a:extLst>
          </p:cNvPr>
          <p:cNvSpPr/>
          <p:nvPr/>
        </p:nvSpPr>
        <p:spPr>
          <a:xfrm>
            <a:off x="8979873" y="2174742"/>
            <a:ext cx="3271394" cy="1254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4675B5-6D4F-7590-D899-6B39C2B02A8F}"/>
              </a:ext>
            </a:extLst>
          </p:cNvPr>
          <p:cNvSpPr txBox="1"/>
          <p:nvPr/>
        </p:nvSpPr>
        <p:spPr>
          <a:xfrm>
            <a:off x="7410660" y="2297214"/>
            <a:ext cx="164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So many algorithms…</a:t>
            </a:r>
          </a:p>
        </p:txBody>
      </p:sp>
    </p:spTree>
    <p:extLst>
      <p:ext uri="{BB962C8B-B14F-4D97-AF65-F5344CB8AC3E}">
        <p14:creationId xmlns:p14="http://schemas.microsoft.com/office/powerpoint/2010/main" val="310590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FC2FB-1C3A-C04C-CD90-259F932A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Check ICA labels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8669C0-A7D5-2E40-0F2B-383F808B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6765" y="1752184"/>
            <a:ext cx="4632164" cy="379241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221A2C-C400-6192-980E-14F33224A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07" y="1707633"/>
            <a:ext cx="2628411" cy="15894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B0B11F-9637-43AA-E97F-16FD47BD5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887" y="3920354"/>
            <a:ext cx="4271597" cy="2513559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A2983138-6749-0B6A-DBB3-101082EAA4E3}"/>
              </a:ext>
            </a:extLst>
          </p:cNvPr>
          <p:cNvSpPr/>
          <p:nvPr/>
        </p:nvSpPr>
        <p:spPr>
          <a:xfrm>
            <a:off x="2359676" y="2029956"/>
            <a:ext cx="1360039" cy="56804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769A6A1E-C805-6E7A-F219-5A5BD1263F05}"/>
              </a:ext>
            </a:extLst>
          </p:cNvPr>
          <p:cNvSpPr/>
          <p:nvPr/>
        </p:nvSpPr>
        <p:spPr>
          <a:xfrm rot="5400000">
            <a:off x="5369086" y="3454801"/>
            <a:ext cx="443198" cy="4116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6EC0C1BB-D89F-6C63-8287-5D9D3AD16CF5}"/>
              </a:ext>
            </a:extLst>
          </p:cNvPr>
          <p:cNvSpPr/>
          <p:nvPr/>
        </p:nvSpPr>
        <p:spPr>
          <a:xfrm>
            <a:off x="7962248" y="3376601"/>
            <a:ext cx="1360039" cy="56804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D20DB28-308B-CD8B-DFBB-167D95422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564" y="1690688"/>
            <a:ext cx="4739920" cy="426000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565D4F6-1FB2-B14A-CA19-4CD702AC0378}"/>
              </a:ext>
            </a:extLst>
          </p:cNvPr>
          <p:cNvSpPr/>
          <p:nvPr/>
        </p:nvSpPr>
        <p:spPr>
          <a:xfrm>
            <a:off x="0" y="4787444"/>
            <a:ext cx="1257739" cy="209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36E559-DA34-A41B-4305-A4108665B65F}"/>
              </a:ext>
            </a:extLst>
          </p:cNvPr>
          <p:cNvSpPr/>
          <p:nvPr/>
        </p:nvSpPr>
        <p:spPr>
          <a:xfrm>
            <a:off x="9784800" y="1690688"/>
            <a:ext cx="677164" cy="297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12BFB7-19C8-CAD1-50BE-B6F3FDF02250}"/>
              </a:ext>
            </a:extLst>
          </p:cNvPr>
          <p:cNvSpPr txBox="1"/>
          <p:nvPr/>
        </p:nvSpPr>
        <p:spPr>
          <a:xfrm>
            <a:off x="3219122" y="3422411"/>
            <a:ext cx="2205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Just use the default parameters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A6E32F-7624-21E9-90C6-480A2C497360}"/>
              </a:ext>
            </a:extLst>
          </p:cNvPr>
          <p:cNvSpPr txBox="1"/>
          <p:nvPr/>
        </p:nvSpPr>
        <p:spPr>
          <a:xfrm>
            <a:off x="8359349" y="1644879"/>
            <a:ext cx="1472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Click the number to further check</a:t>
            </a:r>
          </a:p>
        </p:txBody>
      </p:sp>
    </p:spTree>
    <p:extLst>
      <p:ext uri="{BB962C8B-B14F-4D97-AF65-F5344CB8AC3E}">
        <p14:creationId xmlns:p14="http://schemas.microsoft.com/office/powerpoint/2010/main" val="1500070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024A2-C871-045F-772B-3B5C9D08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ICA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1F45E-DC41-7211-E3F8-92A467A8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1045"/>
            <a:ext cx="7772400" cy="454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24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47CC4-DB56-4DF1-663F-94B66490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reject</a:t>
            </a:r>
            <a:r>
              <a:rPr lang="zh-CN" altLang="en-US" dirty="0"/>
              <a:t> </a:t>
            </a:r>
            <a:r>
              <a:rPr lang="en-US" altLang="zh-CN" dirty="0"/>
              <a:t>components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6F1609-516B-694E-9F2B-AEA4EA7CD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851620"/>
            <a:ext cx="4165600" cy="34252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7824AD-29FC-5CD6-2185-D0E44CA16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1740617"/>
            <a:ext cx="4165600" cy="16883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B96A4AF-4EAF-7489-3AE6-ADEF1BDA3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00" y="4181794"/>
            <a:ext cx="4800600" cy="109505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1580DF0-FB28-9B8E-DEB6-CAA74150C01F}"/>
              </a:ext>
            </a:extLst>
          </p:cNvPr>
          <p:cNvSpPr/>
          <p:nvPr/>
        </p:nvSpPr>
        <p:spPr>
          <a:xfrm>
            <a:off x="736600" y="4838244"/>
            <a:ext cx="1714500" cy="190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8CCCE-0967-1B36-FDF6-A2FF1E183282}"/>
              </a:ext>
            </a:extLst>
          </p:cNvPr>
          <p:cNvSpPr/>
          <p:nvPr/>
        </p:nvSpPr>
        <p:spPr>
          <a:xfrm>
            <a:off x="6278685" y="4838244"/>
            <a:ext cx="972038" cy="2256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FE0E83-1F2B-2265-600F-EF2776C9D0B0}"/>
              </a:ext>
            </a:extLst>
          </p:cNvPr>
          <p:cNvSpPr/>
          <p:nvPr/>
        </p:nvSpPr>
        <p:spPr>
          <a:xfrm>
            <a:off x="7425104" y="4838243"/>
            <a:ext cx="972038" cy="2256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D93E09A0-63AB-F7E2-C69B-88A60DAB8583}"/>
              </a:ext>
            </a:extLst>
          </p:cNvPr>
          <p:cNvSpPr/>
          <p:nvPr/>
        </p:nvSpPr>
        <p:spPr>
          <a:xfrm>
            <a:off x="4512055" y="2336844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35119545-E71C-F39D-7740-B0CD0F59CC67}"/>
              </a:ext>
            </a:extLst>
          </p:cNvPr>
          <p:cNvSpPr/>
          <p:nvPr/>
        </p:nvSpPr>
        <p:spPr>
          <a:xfrm rot="5400000">
            <a:off x="7219232" y="3511513"/>
            <a:ext cx="411743" cy="54794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54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20358-4B1D-01AE-8FF1-8BE7B9DC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Ch9 select epochs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C02ABA-615A-0289-B8B4-B12973F7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2047" y="2277978"/>
            <a:ext cx="4386433" cy="359978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3ED4156-C7F8-F916-BC93-3FBF32985056}"/>
              </a:ext>
            </a:extLst>
          </p:cNvPr>
          <p:cNvSpPr/>
          <p:nvPr/>
        </p:nvSpPr>
        <p:spPr>
          <a:xfrm>
            <a:off x="-1276684" y="4264738"/>
            <a:ext cx="1714500" cy="190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ADC418-6DBB-8C63-7B21-32F36662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148" y="1597984"/>
            <a:ext cx="7772400" cy="4959770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49E92DE8-9F26-8CAF-6BA2-82DA9CD167DD}"/>
              </a:ext>
            </a:extLst>
          </p:cNvPr>
          <p:cNvSpPr/>
          <p:nvPr/>
        </p:nvSpPr>
        <p:spPr>
          <a:xfrm>
            <a:off x="3117522" y="3829905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97E7A9-61C0-DD94-DECC-348C2478A7D1}"/>
              </a:ext>
            </a:extLst>
          </p:cNvPr>
          <p:cNvSpPr/>
          <p:nvPr/>
        </p:nvSpPr>
        <p:spPr>
          <a:xfrm>
            <a:off x="7819691" y="2373889"/>
            <a:ext cx="1714500" cy="190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10C0D9-EE99-6EEE-EE91-DBC6B9A8B6FE}"/>
              </a:ext>
            </a:extLst>
          </p:cNvPr>
          <p:cNvSpPr/>
          <p:nvPr/>
        </p:nvSpPr>
        <p:spPr>
          <a:xfrm>
            <a:off x="7504698" y="1936810"/>
            <a:ext cx="3262362" cy="190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42F699-1380-E0AC-E19E-AB27D87CAC34}"/>
              </a:ext>
            </a:extLst>
          </p:cNvPr>
          <p:cNvSpPr txBox="1"/>
          <p:nvPr/>
        </p:nvSpPr>
        <p:spPr>
          <a:xfrm>
            <a:off x="7196428" y="1675200"/>
            <a:ext cx="164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This is in 1 </a:t>
            </a:r>
            <a:r>
              <a:rPr lang="en-US" altLang="zh-CN" sz="1100" b="1" dirty="0" err="1">
                <a:solidFill>
                  <a:srgbClr val="FF0000"/>
                </a:solidFill>
              </a:rPr>
              <a:t>ms</a:t>
            </a:r>
            <a:r>
              <a:rPr lang="en-US" altLang="zh-CN" sz="1100" b="1" dirty="0">
                <a:solidFill>
                  <a:srgbClr val="FF0000"/>
                </a:solidFill>
              </a:rPr>
              <a:t>, not 1 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F77646-0450-D20F-548C-60DDF63D17D3}"/>
              </a:ext>
            </a:extLst>
          </p:cNvPr>
          <p:cNvSpPr txBox="1"/>
          <p:nvPr/>
        </p:nvSpPr>
        <p:spPr>
          <a:xfrm>
            <a:off x="7724213" y="2564845"/>
            <a:ext cx="1996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Enter the marker number</a:t>
            </a:r>
          </a:p>
        </p:txBody>
      </p:sp>
    </p:spTree>
    <p:extLst>
      <p:ext uri="{BB962C8B-B14F-4D97-AF65-F5344CB8AC3E}">
        <p14:creationId xmlns:p14="http://schemas.microsoft.com/office/powerpoint/2010/main" val="1956177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D7370-0B91-C533-C608-3950EB45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9</a:t>
            </a:r>
            <a:r>
              <a:rPr lang="zh-CN" altLang="en-US" dirty="0"/>
              <a:t> </a:t>
            </a:r>
            <a:r>
              <a:rPr lang="en-US" altLang="zh-CN" dirty="0"/>
              <a:t>plot1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280F562-29B5-D96B-BA9F-DEA3FA44E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8147" y="1912983"/>
            <a:ext cx="6872630" cy="37151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68CE3D-B8DC-E1E4-9711-AC3185B12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1691" y="2006183"/>
            <a:ext cx="4330654" cy="35624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4C637B-26DC-67AA-79D4-2AF0F3A706FB}"/>
              </a:ext>
            </a:extLst>
          </p:cNvPr>
          <p:cNvSpPr/>
          <p:nvPr/>
        </p:nvSpPr>
        <p:spPr>
          <a:xfrm>
            <a:off x="-110036" y="3770541"/>
            <a:ext cx="1714500" cy="190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FE17C2CF-A717-09F4-FEC0-71FA7E58E24A}"/>
              </a:ext>
            </a:extLst>
          </p:cNvPr>
          <p:cNvSpPr/>
          <p:nvPr/>
        </p:nvSpPr>
        <p:spPr>
          <a:xfrm>
            <a:off x="3725310" y="3181036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5E5496-FA50-F5F5-4451-F55A90C1CD2D}"/>
              </a:ext>
            </a:extLst>
          </p:cNvPr>
          <p:cNvSpPr/>
          <p:nvPr/>
        </p:nvSpPr>
        <p:spPr>
          <a:xfrm>
            <a:off x="7950347" y="2402665"/>
            <a:ext cx="1714500" cy="2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831706-2DE1-6BFB-31AF-AF309234558B}"/>
              </a:ext>
            </a:extLst>
          </p:cNvPr>
          <p:cNvSpPr txBox="1"/>
          <p:nvPr/>
        </p:nvSpPr>
        <p:spPr>
          <a:xfrm>
            <a:off x="7755113" y="2141055"/>
            <a:ext cx="1909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The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dataset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to be plotted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D9A2A5-754E-0831-D1F0-762ED16A2D6B}"/>
              </a:ext>
            </a:extLst>
          </p:cNvPr>
          <p:cNvSpPr txBox="1"/>
          <p:nvPr/>
        </p:nvSpPr>
        <p:spPr>
          <a:xfrm>
            <a:off x="6205771" y="3049726"/>
            <a:ext cx="2459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The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another dataset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to be plotted for comparing conditions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EA039D6-8712-8E89-9EA2-889D451A2029}"/>
              </a:ext>
            </a:extLst>
          </p:cNvPr>
          <p:cNvCxnSpPr>
            <a:cxnSpLocks/>
          </p:cNvCxnSpPr>
          <p:nvPr/>
        </p:nvCxnSpPr>
        <p:spPr>
          <a:xfrm>
            <a:off x="9962523" y="3181036"/>
            <a:ext cx="320164" cy="143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486573D-200A-197E-8E71-918D4323CF08}"/>
              </a:ext>
            </a:extLst>
          </p:cNvPr>
          <p:cNvSpPr txBox="1"/>
          <p:nvPr/>
        </p:nvSpPr>
        <p:spPr>
          <a:xfrm>
            <a:off x="10282687" y="3181036"/>
            <a:ext cx="14214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Enable to plot the difference between dataset (the 3</a:t>
            </a:r>
            <a:r>
              <a:rPr lang="en-US" altLang="zh-CN" sz="1100" b="1" baseline="30000" dirty="0">
                <a:solidFill>
                  <a:srgbClr val="FF0000"/>
                </a:solidFill>
              </a:rPr>
              <a:t>rd</a:t>
            </a:r>
            <a:r>
              <a:rPr lang="en-US" altLang="zh-CN" sz="1100" b="1" dirty="0">
                <a:solidFill>
                  <a:srgbClr val="FF0000"/>
                </a:solidFill>
              </a:rPr>
              <a:t> line)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62E763-AFAD-BEC0-12D0-0647F0DC13E4}"/>
              </a:ext>
            </a:extLst>
          </p:cNvPr>
          <p:cNvSpPr/>
          <p:nvPr/>
        </p:nvSpPr>
        <p:spPr>
          <a:xfrm>
            <a:off x="7950347" y="4661338"/>
            <a:ext cx="1714500" cy="2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6B23A6-D8C3-7651-1952-B193BCCF0E18}"/>
              </a:ext>
            </a:extLst>
          </p:cNvPr>
          <p:cNvSpPr txBox="1"/>
          <p:nvPr/>
        </p:nvSpPr>
        <p:spPr>
          <a:xfrm>
            <a:off x="7950347" y="4889142"/>
            <a:ext cx="1909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-1 = negative up</a:t>
            </a:r>
          </a:p>
          <a:p>
            <a:r>
              <a:rPr lang="en-US" altLang="zh-CN" sz="1100" b="1" dirty="0">
                <a:solidFill>
                  <a:srgbClr val="FF0000"/>
                </a:solidFill>
              </a:rPr>
              <a:t>1 = positive up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EDC0AB-510D-BE2C-68F8-E0554B2F8899}"/>
              </a:ext>
            </a:extLst>
          </p:cNvPr>
          <p:cNvSpPr/>
          <p:nvPr/>
        </p:nvSpPr>
        <p:spPr>
          <a:xfrm>
            <a:off x="7950347" y="2708525"/>
            <a:ext cx="1714500" cy="2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23385A8-12EF-0C28-84D2-2E6DEC96B4DD}"/>
              </a:ext>
            </a:extLst>
          </p:cNvPr>
          <p:cNvCxnSpPr>
            <a:cxnSpLocks/>
          </p:cNvCxnSpPr>
          <p:nvPr/>
        </p:nvCxnSpPr>
        <p:spPr>
          <a:xfrm flipH="1">
            <a:off x="7523224" y="2842713"/>
            <a:ext cx="427123" cy="271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04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7F352-1A69-9D2F-08FA-818CB562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Ch9 </a:t>
            </a:r>
            <a:r>
              <a:rPr lang="en-US" dirty="0" err="1"/>
              <a:t>topoplot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861496-3E25-2451-4EF7-F8D3AA187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9634" y="2029521"/>
            <a:ext cx="4483901" cy="37159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0959785-1EEE-1B0E-F596-9514F99BF495}"/>
              </a:ext>
            </a:extLst>
          </p:cNvPr>
          <p:cNvSpPr/>
          <p:nvPr/>
        </p:nvSpPr>
        <p:spPr>
          <a:xfrm>
            <a:off x="1451135" y="4528824"/>
            <a:ext cx="1069041" cy="2885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F00F1B-1817-6BAC-C822-30A0868B0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170" y="1737433"/>
            <a:ext cx="6523130" cy="430016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308CBE0-7CDE-3204-D242-2F9772CCB3EC}"/>
              </a:ext>
            </a:extLst>
          </p:cNvPr>
          <p:cNvSpPr/>
          <p:nvPr/>
        </p:nvSpPr>
        <p:spPr>
          <a:xfrm>
            <a:off x="9639300" y="2029520"/>
            <a:ext cx="2069480" cy="2899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1C09BE49-3C85-A36B-FCFD-52E53FE21801}"/>
              </a:ext>
            </a:extLst>
          </p:cNvPr>
          <p:cNvSpPr/>
          <p:nvPr/>
        </p:nvSpPr>
        <p:spPr>
          <a:xfrm>
            <a:off x="4036973" y="3639551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6722CE-C894-2FF1-A3FA-A3FD12510F93}"/>
              </a:ext>
            </a:extLst>
          </p:cNvPr>
          <p:cNvSpPr txBox="1"/>
          <p:nvPr/>
        </p:nvSpPr>
        <p:spPr>
          <a:xfrm>
            <a:off x="8807735" y="2319453"/>
            <a:ext cx="32615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Enter the latency time of interest in millisecond</a:t>
            </a:r>
          </a:p>
        </p:txBody>
      </p:sp>
    </p:spTree>
    <p:extLst>
      <p:ext uri="{BB962C8B-B14F-4D97-AF65-F5344CB8AC3E}">
        <p14:creationId xmlns:p14="http://schemas.microsoft.com/office/powerpoint/2010/main" val="2232807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8F91C-3AC8-2DDF-1E43-D54D22C92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create study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F76764-3793-72FB-83AA-37EF59DAA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6436" y="2170867"/>
            <a:ext cx="4760612" cy="391283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4D25FD-55A0-E158-BCCE-E1C9764024CA}"/>
              </a:ext>
            </a:extLst>
          </p:cNvPr>
          <p:cNvSpPr/>
          <p:nvPr/>
        </p:nvSpPr>
        <p:spPr>
          <a:xfrm>
            <a:off x="1425224" y="4584556"/>
            <a:ext cx="1415634" cy="2655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26AE3B38-CD7A-BCCB-5D8D-AA7D63B33CC8}"/>
              </a:ext>
            </a:extLst>
          </p:cNvPr>
          <p:cNvSpPr/>
          <p:nvPr/>
        </p:nvSpPr>
        <p:spPr>
          <a:xfrm>
            <a:off x="4516350" y="3879319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084DB4-5C44-5C89-3F75-A197D5209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015" y="1896576"/>
            <a:ext cx="6366985" cy="446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31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811C0-84E8-7DD7-6A8F-5741F487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interpolate channels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C76204-8530-BD9E-856A-BAB9DBD6A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8866" y="2586788"/>
            <a:ext cx="4732097" cy="389268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7969DF0-E500-56A4-58D5-9CC19761E69A}"/>
              </a:ext>
            </a:extLst>
          </p:cNvPr>
          <p:cNvSpPr/>
          <p:nvPr/>
        </p:nvSpPr>
        <p:spPr>
          <a:xfrm>
            <a:off x="454847" y="3293167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052D09-BE8E-E0BD-8CD3-36DC35020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684" y="1996211"/>
            <a:ext cx="6351064" cy="5073833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D6EAC9D7-C65C-2292-D5A2-C713ADC9459E}"/>
              </a:ext>
            </a:extLst>
          </p:cNvPr>
          <p:cNvSpPr/>
          <p:nvPr/>
        </p:nvSpPr>
        <p:spPr>
          <a:xfrm>
            <a:off x="4289212" y="4285163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0C4B06-500B-2049-A38F-FFABE757A030}"/>
              </a:ext>
            </a:extLst>
          </p:cNvPr>
          <p:cNvSpPr/>
          <p:nvPr/>
        </p:nvSpPr>
        <p:spPr>
          <a:xfrm>
            <a:off x="5523129" y="2586788"/>
            <a:ext cx="2036324" cy="3489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7F3A54-9E7F-4F31-CCD4-6196925A18E7}"/>
              </a:ext>
            </a:extLst>
          </p:cNvPr>
          <p:cNvSpPr/>
          <p:nvPr/>
        </p:nvSpPr>
        <p:spPr>
          <a:xfrm>
            <a:off x="5523129" y="4184209"/>
            <a:ext cx="1211026" cy="3489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2A4C3C-D97E-1776-865D-0146F1FF788C}"/>
              </a:ext>
            </a:extLst>
          </p:cNvPr>
          <p:cNvSpPr/>
          <p:nvPr/>
        </p:nvSpPr>
        <p:spPr>
          <a:xfrm>
            <a:off x="5511683" y="6032683"/>
            <a:ext cx="1774019" cy="3489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AEBC77-5DDE-4415-4F88-3DD029C26639}"/>
              </a:ext>
            </a:extLst>
          </p:cNvPr>
          <p:cNvSpPr txBox="1"/>
          <p:nvPr/>
        </p:nvSpPr>
        <p:spPr>
          <a:xfrm>
            <a:off x="8158806" y="4265792"/>
            <a:ext cx="1648871" cy="267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No need to specify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E8611A-2F46-0884-6ADA-204BECFE140B}"/>
              </a:ext>
            </a:extLst>
          </p:cNvPr>
          <p:cNvSpPr txBox="1"/>
          <p:nvPr/>
        </p:nvSpPr>
        <p:spPr>
          <a:xfrm>
            <a:off x="7352459" y="6032683"/>
            <a:ext cx="30009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Attention may be required but I don’t know what here means</a:t>
            </a:r>
          </a:p>
        </p:txBody>
      </p:sp>
    </p:spTree>
    <p:extLst>
      <p:ext uri="{BB962C8B-B14F-4D97-AF65-F5344CB8AC3E}">
        <p14:creationId xmlns:p14="http://schemas.microsoft.com/office/powerpoint/2010/main" val="843502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47D21-F8FF-B1AE-0E6B-65A84EC46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Plot grand average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660150-CE3F-74B9-0C6A-32F758A0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0511" y="2206099"/>
            <a:ext cx="4598834" cy="37676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A16370-36C1-9989-E1A1-18E6E8A69EF4}"/>
              </a:ext>
            </a:extLst>
          </p:cNvPr>
          <p:cNvSpPr/>
          <p:nvPr/>
        </p:nvSpPr>
        <p:spPr>
          <a:xfrm>
            <a:off x="401452" y="3112957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43E84EEC-3C79-5A81-00B8-ED8D12D06C49}"/>
              </a:ext>
            </a:extLst>
          </p:cNvPr>
          <p:cNvSpPr/>
          <p:nvPr/>
        </p:nvSpPr>
        <p:spPr>
          <a:xfrm>
            <a:off x="4254043" y="3841940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0438A2-668F-5AC1-A48D-665012F1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53" y="1629624"/>
            <a:ext cx="6009048" cy="492056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33F079D-7B0E-EA31-114A-971D418F578D}"/>
              </a:ext>
            </a:extLst>
          </p:cNvPr>
          <p:cNvSpPr/>
          <p:nvPr/>
        </p:nvSpPr>
        <p:spPr>
          <a:xfrm>
            <a:off x="5616181" y="4223830"/>
            <a:ext cx="2388131" cy="15806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DB7A60-07B7-7BC7-3F5A-923B7AF97D19}"/>
              </a:ext>
            </a:extLst>
          </p:cNvPr>
          <p:cNvSpPr/>
          <p:nvPr/>
        </p:nvSpPr>
        <p:spPr>
          <a:xfrm>
            <a:off x="8965669" y="4223830"/>
            <a:ext cx="2388131" cy="15806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FB4974-69F8-8BF4-0619-9C6B7F4FA014}"/>
              </a:ext>
            </a:extLst>
          </p:cNvPr>
          <p:cNvSpPr txBox="1"/>
          <p:nvPr/>
        </p:nvSpPr>
        <p:spPr>
          <a:xfrm>
            <a:off x="6146114" y="5804451"/>
            <a:ext cx="1275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Plot the average</a:t>
            </a:r>
          </a:p>
          <a:p>
            <a:endParaRPr lang="en-US" altLang="zh-CN" sz="11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3A0BF1-CBB8-B52D-3136-519A478C7EF8}"/>
              </a:ext>
            </a:extLst>
          </p:cNvPr>
          <p:cNvSpPr txBox="1"/>
          <p:nvPr/>
        </p:nvSpPr>
        <p:spPr>
          <a:xfrm>
            <a:off x="9425091" y="5804452"/>
            <a:ext cx="14692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Plot the difference</a:t>
            </a:r>
          </a:p>
          <a:p>
            <a:endParaRPr lang="en-US" altLang="zh-CN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873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082D5-01F9-E78B-C079-A3C583D8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Power spectrum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E1047F-7039-1B55-3830-FBB7E52E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683" y="2349351"/>
            <a:ext cx="6102927" cy="48634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DF237A-A5F4-D6E0-21A4-AB90CFC35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8866" y="2586788"/>
            <a:ext cx="4732097" cy="38926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A7D114C-B9FA-E009-7B09-9F6CED124917}"/>
              </a:ext>
            </a:extLst>
          </p:cNvPr>
          <p:cNvSpPr/>
          <p:nvPr/>
        </p:nvSpPr>
        <p:spPr>
          <a:xfrm>
            <a:off x="454847" y="3293167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C56DA13E-9EB8-1BA8-5FE3-9DD35C6ABDC4}"/>
              </a:ext>
            </a:extLst>
          </p:cNvPr>
          <p:cNvSpPr/>
          <p:nvPr/>
        </p:nvSpPr>
        <p:spPr>
          <a:xfrm>
            <a:off x="4289212" y="4285163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2E6902-DA8D-5216-4AB9-3AEE9E58A7A3}"/>
              </a:ext>
            </a:extLst>
          </p:cNvPr>
          <p:cNvSpPr/>
          <p:nvPr/>
        </p:nvSpPr>
        <p:spPr>
          <a:xfrm>
            <a:off x="5652668" y="4781091"/>
            <a:ext cx="1426311" cy="293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91290C-FC8E-060E-24AA-F8ABA0D83822}"/>
              </a:ext>
            </a:extLst>
          </p:cNvPr>
          <p:cNvSpPr/>
          <p:nvPr/>
        </p:nvSpPr>
        <p:spPr>
          <a:xfrm>
            <a:off x="10789920" y="4781091"/>
            <a:ext cx="824690" cy="293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EE5707-EC68-5F5A-1D0D-5636D3C89E64}"/>
              </a:ext>
            </a:extLst>
          </p:cNvPr>
          <p:cNvSpPr txBox="1"/>
          <p:nvPr/>
        </p:nvSpPr>
        <p:spPr>
          <a:xfrm>
            <a:off x="7078980" y="4928005"/>
            <a:ext cx="1872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We can just use by default</a:t>
            </a:r>
          </a:p>
        </p:txBody>
      </p:sp>
    </p:spTree>
    <p:extLst>
      <p:ext uri="{BB962C8B-B14F-4D97-AF65-F5344CB8AC3E}">
        <p14:creationId xmlns:p14="http://schemas.microsoft.com/office/powerpoint/2010/main" val="2902091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1D01E-F5A6-3EE0-CBA7-DC45D1A4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Ch10 Power spectrum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E418A6-29A3-A3EA-3AE5-553889AA1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0511" y="2206099"/>
            <a:ext cx="4598834" cy="37676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0D1C79B-2686-38DB-F5FF-8F1F812FCF10}"/>
              </a:ext>
            </a:extLst>
          </p:cNvPr>
          <p:cNvSpPr/>
          <p:nvPr/>
        </p:nvSpPr>
        <p:spPr>
          <a:xfrm>
            <a:off x="401452" y="3112957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9D58C31D-1057-1040-687F-B5DEA7DF107D}"/>
              </a:ext>
            </a:extLst>
          </p:cNvPr>
          <p:cNvSpPr/>
          <p:nvPr/>
        </p:nvSpPr>
        <p:spPr>
          <a:xfrm>
            <a:off x="4254043" y="3841940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87B571-1A98-E52C-69CC-3FB79F1C3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53" y="1635333"/>
            <a:ext cx="6016692" cy="490914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28CCC58-044C-D685-A403-4E36BAB142DE}"/>
              </a:ext>
            </a:extLst>
          </p:cNvPr>
          <p:cNvSpPr/>
          <p:nvPr/>
        </p:nvSpPr>
        <p:spPr>
          <a:xfrm>
            <a:off x="5866632" y="4538572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134301-ADB8-2650-AEFF-E28C7C89DB86}"/>
              </a:ext>
            </a:extLst>
          </p:cNvPr>
          <p:cNvSpPr/>
          <p:nvPr/>
        </p:nvSpPr>
        <p:spPr>
          <a:xfrm>
            <a:off x="9209232" y="4538572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19CE13-81D6-3C57-683B-45C163DCCE54}"/>
              </a:ext>
            </a:extLst>
          </p:cNvPr>
          <p:cNvSpPr/>
          <p:nvPr/>
        </p:nvSpPr>
        <p:spPr>
          <a:xfrm>
            <a:off x="8071681" y="4538572"/>
            <a:ext cx="782952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93F3F4-74AC-B392-DC60-3E7272E07DFB}"/>
              </a:ext>
            </a:extLst>
          </p:cNvPr>
          <p:cNvSpPr txBox="1"/>
          <p:nvPr/>
        </p:nvSpPr>
        <p:spPr>
          <a:xfrm>
            <a:off x="7476945" y="5842905"/>
            <a:ext cx="19724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Set frequency range to plot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CCF8DA6-935E-45E2-0CE6-6F7728A547C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63157" y="4772114"/>
            <a:ext cx="0" cy="10707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0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8E6C8-B499-5908-5B1E-E6ADD36A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topo alpha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D584C0-9699-9E2C-67C0-4BC4C322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82" y="1690688"/>
            <a:ext cx="5930035" cy="441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25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CA969-9AC9-073D-A53A-8804580A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10</a:t>
            </a:r>
            <a:r>
              <a:rPr lang="zh-CN" altLang="en-US" dirty="0"/>
              <a:t> </a:t>
            </a:r>
            <a:r>
              <a:rPr lang="en-US" altLang="zh-CN" dirty="0"/>
              <a:t>wavelet </a:t>
            </a:r>
            <a:r>
              <a:rPr lang="en-US" altLang="zh-CN" dirty="0" err="1"/>
              <a:t>precom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281C93-B199-1040-FD6F-1874AC500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683" y="2357024"/>
            <a:ext cx="6058487" cy="48481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743E27-502D-1E21-A559-5B3D3F0E1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8866" y="2586788"/>
            <a:ext cx="4732097" cy="389268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A49AE35-E38F-CBFC-AE0C-429281B7487D}"/>
              </a:ext>
            </a:extLst>
          </p:cNvPr>
          <p:cNvSpPr/>
          <p:nvPr/>
        </p:nvSpPr>
        <p:spPr>
          <a:xfrm>
            <a:off x="454847" y="3293167"/>
            <a:ext cx="1794670" cy="228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E82578D8-D10A-0A7C-F00D-8D160209C0ED}"/>
              </a:ext>
            </a:extLst>
          </p:cNvPr>
          <p:cNvSpPr/>
          <p:nvPr/>
        </p:nvSpPr>
        <p:spPr>
          <a:xfrm>
            <a:off x="4289212" y="4285163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250A24-15D8-6E38-ED36-6A2117A921EA}"/>
              </a:ext>
            </a:extLst>
          </p:cNvPr>
          <p:cNvSpPr/>
          <p:nvPr/>
        </p:nvSpPr>
        <p:spPr>
          <a:xfrm>
            <a:off x="5511682" y="5385202"/>
            <a:ext cx="5267153" cy="5999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14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43C7F-9825-2875-C7AA-B69B2D91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condition </a:t>
            </a:r>
            <a:r>
              <a:rPr lang="en-US" dirty="0" err="1"/>
              <a:t>compara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639998-5CC9-F2AE-FABC-8A888EB59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055" y="2099926"/>
            <a:ext cx="6186055" cy="506550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273174C-5A75-C809-5793-56F452657F42}"/>
              </a:ext>
            </a:extLst>
          </p:cNvPr>
          <p:cNvSpPr/>
          <p:nvPr/>
        </p:nvSpPr>
        <p:spPr>
          <a:xfrm>
            <a:off x="2554580" y="4735887"/>
            <a:ext cx="893047" cy="337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7FA236-62BD-8DA4-FA7F-311ACBE00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713" y="2558171"/>
            <a:ext cx="3236536" cy="4355432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9C9D0C8A-B137-3C6D-7911-45667A3A2F33}"/>
              </a:ext>
            </a:extLst>
          </p:cNvPr>
          <p:cNvSpPr/>
          <p:nvPr/>
        </p:nvSpPr>
        <p:spPr>
          <a:xfrm>
            <a:off x="6494611" y="4487923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BFBF43-975C-8565-805C-D7C893DFB1DA}"/>
              </a:ext>
            </a:extLst>
          </p:cNvPr>
          <p:cNvSpPr/>
          <p:nvPr/>
        </p:nvSpPr>
        <p:spPr>
          <a:xfrm>
            <a:off x="7868443" y="4632678"/>
            <a:ext cx="2804370" cy="3272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25A73-BB5F-8715-7D72-01E13A65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1F80E-2F22-FDF4-9134-A5CED84AE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08AB91-F805-A716-B950-FBFE304B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50" y="2222500"/>
            <a:ext cx="31115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7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8E7F9-A0C1-B39D-A7C6-B586A1E2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Ch10 statistics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DCD08D-9BC5-2B4A-CB7E-396D70D0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2949" y="2072777"/>
            <a:ext cx="6186055" cy="506550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3381B0B-81CC-3AE3-A7B5-0E6A5C12AECB}"/>
              </a:ext>
            </a:extLst>
          </p:cNvPr>
          <p:cNvSpPr/>
          <p:nvPr/>
        </p:nvSpPr>
        <p:spPr>
          <a:xfrm>
            <a:off x="241686" y="3401851"/>
            <a:ext cx="893047" cy="10190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A1DF98-8E59-1703-2ECB-0D5ABD49A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8" y="1563790"/>
            <a:ext cx="7772400" cy="6083478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96672914-A434-13AA-A736-860EC99F44C8}"/>
              </a:ext>
            </a:extLst>
          </p:cNvPr>
          <p:cNvSpPr/>
          <p:nvPr/>
        </p:nvSpPr>
        <p:spPr>
          <a:xfrm>
            <a:off x="4250802" y="4366004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6E7BA1-492D-2913-3A7E-84490445B259}"/>
              </a:ext>
            </a:extLst>
          </p:cNvPr>
          <p:cNvSpPr/>
          <p:nvPr/>
        </p:nvSpPr>
        <p:spPr>
          <a:xfrm>
            <a:off x="6267944" y="4096022"/>
            <a:ext cx="3576136" cy="32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AC9E02-37DD-F20F-A7B9-D61EA1DFCD58}"/>
              </a:ext>
            </a:extLst>
          </p:cNvPr>
          <p:cNvSpPr/>
          <p:nvPr/>
        </p:nvSpPr>
        <p:spPr>
          <a:xfrm>
            <a:off x="12300374" y="4100951"/>
            <a:ext cx="979742" cy="32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680A9E-8679-29BC-8F9D-4EDA06480C87}"/>
              </a:ext>
            </a:extLst>
          </p:cNvPr>
          <p:cNvSpPr/>
          <p:nvPr/>
        </p:nvSpPr>
        <p:spPr>
          <a:xfrm>
            <a:off x="6199530" y="1994544"/>
            <a:ext cx="3712964" cy="689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43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B7859-7557-5C34-A6CB-617DBEF5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en-US" altLang="zh-CN" dirty="0"/>
              <a:t>11 single interpolation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617ECB-0909-38EA-946E-BC439754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7373" y="2800097"/>
            <a:ext cx="4108532" cy="338873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C4432B2-3AEE-7C68-EEE5-D5E55FC4A1B7}"/>
              </a:ext>
            </a:extLst>
          </p:cNvPr>
          <p:cNvSpPr/>
          <p:nvPr/>
        </p:nvSpPr>
        <p:spPr>
          <a:xfrm>
            <a:off x="-275577" y="3601381"/>
            <a:ext cx="1714500" cy="190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17F1D29D-595C-6065-B794-552EFADA3096}"/>
              </a:ext>
            </a:extLst>
          </p:cNvPr>
          <p:cNvSpPr/>
          <p:nvPr/>
        </p:nvSpPr>
        <p:spPr>
          <a:xfrm>
            <a:off x="3722448" y="4246497"/>
            <a:ext cx="856490" cy="4959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D234C4-E95C-2818-8C69-6DEA36EA8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27" y="2130923"/>
            <a:ext cx="4343559" cy="47270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BD922A-0167-9638-AFCE-E3C38C738EFF}"/>
              </a:ext>
            </a:extLst>
          </p:cNvPr>
          <p:cNvSpPr txBox="1"/>
          <p:nvPr/>
        </p:nvSpPr>
        <p:spPr>
          <a:xfrm>
            <a:off x="9364534" y="3161390"/>
            <a:ext cx="25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Interpolate dead electrodes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75EF55-CC31-ACF4-2F36-DA5E35F70F1E}"/>
              </a:ext>
            </a:extLst>
          </p:cNvPr>
          <p:cNvSpPr txBox="1"/>
          <p:nvPr/>
        </p:nvSpPr>
        <p:spPr>
          <a:xfrm>
            <a:off x="9364533" y="3530727"/>
            <a:ext cx="25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Overwrite pre-existed channels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5C3FA3-B4BA-FDD9-AA3D-EC1C77BEAF6D}"/>
              </a:ext>
            </a:extLst>
          </p:cNvPr>
          <p:cNvSpPr txBox="1"/>
          <p:nvPr/>
        </p:nvSpPr>
        <p:spPr>
          <a:xfrm>
            <a:off x="9364533" y="3900064"/>
            <a:ext cx="25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Add channels from other dataset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A9A023E6-7769-5D05-3B10-D6A8F98B1974}"/>
              </a:ext>
            </a:extLst>
          </p:cNvPr>
          <p:cNvCxnSpPr>
            <a:cxnSpLocks/>
          </p:cNvCxnSpPr>
          <p:nvPr/>
        </p:nvCxnSpPr>
        <p:spPr>
          <a:xfrm>
            <a:off x="8820151" y="3292195"/>
            <a:ext cx="6110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D6358DD-3FCC-1359-7F5D-E356DA664262}"/>
              </a:ext>
            </a:extLst>
          </p:cNvPr>
          <p:cNvCxnSpPr>
            <a:cxnSpLocks/>
          </p:cNvCxnSpPr>
          <p:nvPr/>
        </p:nvCxnSpPr>
        <p:spPr>
          <a:xfrm>
            <a:off x="8820151" y="3658828"/>
            <a:ext cx="6110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C8EA380C-01CA-FAA4-0464-918F8A965C4F}"/>
              </a:ext>
            </a:extLst>
          </p:cNvPr>
          <p:cNvCxnSpPr>
            <a:cxnSpLocks/>
          </p:cNvCxnSpPr>
          <p:nvPr/>
        </p:nvCxnSpPr>
        <p:spPr>
          <a:xfrm>
            <a:off x="8820151" y="4018640"/>
            <a:ext cx="6110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E9548-BD74-8BA6-6D46-7A901422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2FA914-091D-C67F-40DC-93555E71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311150"/>
            <a:ext cx="65913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33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2AE4F2-0AA9-DE17-5BF7-532062D42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236" y="0"/>
            <a:ext cx="66735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33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D4D3637-7BB2-7F33-558B-FB167AC0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01041"/>
            <a:ext cx="7772400" cy="585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68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28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14651</TotalTime>
  <Words>351</Words>
  <Application>Microsoft Macintosh PowerPoint</Application>
  <PresentationFormat>宽屏</PresentationFormat>
  <Paragraphs>78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等线</vt:lpstr>
      <vt:lpstr>等线 Light</vt:lpstr>
      <vt:lpstr>Arial</vt:lpstr>
      <vt:lpstr>Office 主题​​</vt:lpstr>
      <vt:lpstr>PowerPoint 演示文稿</vt:lpstr>
      <vt:lpstr>Ch7 导入头文件数据</vt:lpstr>
      <vt:lpstr>Ch7 滤波原则</vt:lpstr>
      <vt:lpstr>Ch7 滤波操作</vt:lpstr>
      <vt:lpstr>Ch7_filter_distoration</vt:lpstr>
      <vt:lpstr>Ch8 Epoch data</vt:lpstr>
      <vt:lpstr>Ch8 set baseline</vt:lpstr>
      <vt:lpstr>Ch8 Reject bad epochs</vt:lpstr>
      <vt:lpstr>Ch8 artifact correction</vt:lpstr>
      <vt:lpstr>Ch8 Reject data, second roll</vt:lpstr>
      <vt:lpstr>Ch8 fining the artifact rejection</vt:lpstr>
      <vt:lpstr>Ch8 run ICA</vt:lpstr>
      <vt:lpstr>Ch8 Check ICA labels</vt:lpstr>
      <vt:lpstr>Ch8 ICA check</vt:lpstr>
      <vt:lpstr>Ch8 reject components</vt:lpstr>
      <vt:lpstr>Ch9 select epochs</vt:lpstr>
      <vt:lpstr>Ch9 plot1</vt:lpstr>
      <vt:lpstr>Ch9 topoplot</vt:lpstr>
      <vt:lpstr>Ch10 create study</vt:lpstr>
      <vt:lpstr>Ch10 interpolate channels</vt:lpstr>
      <vt:lpstr>Ch10 Plot grand average</vt:lpstr>
      <vt:lpstr>Ch10 Power spectrum</vt:lpstr>
      <vt:lpstr>Ch10 Power spectrum</vt:lpstr>
      <vt:lpstr>Ch10 topo alpha</vt:lpstr>
      <vt:lpstr>Ch10 wavelet precom</vt:lpstr>
      <vt:lpstr>Ch10 condition compara</vt:lpstr>
      <vt:lpstr>PowerPoint 演示文稿</vt:lpstr>
      <vt:lpstr>Ch10 statistics</vt:lpstr>
      <vt:lpstr>Ch11 single interpolation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Bairan Cheng</dc:creator>
  <cp:lastModifiedBy>Bairan Cheng</cp:lastModifiedBy>
  <cp:revision>26</cp:revision>
  <dcterms:created xsi:type="dcterms:W3CDTF">2026-06-28T06:57:53Z</dcterms:created>
  <dcterms:modified xsi:type="dcterms:W3CDTF">2026-08-25T16:30:33Z</dcterms:modified>
</cp:coreProperties>
</file>